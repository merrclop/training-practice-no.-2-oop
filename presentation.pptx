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1.png"/><Relationship Id="rId6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25.png"/><Relationship Id="rId6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5207" y="4103340"/>
            <a:ext cx="6021437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34671" y="1325909"/>
            <a:ext cx="632250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ЗВІТ З НАВЧАЛЬНОЇ ПРАКТИКИ №2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34671" y="1745009"/>
            <a:ext cx="632250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Розробка на мові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програмування Java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85207" y="3307109"/>
            <a:ext cx="60214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Об’єктно-орієнтоване програмування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85207" y="4303365"/>
            <a:ext cx="60214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Студент: Кабар М.В. (ІПЗ-3)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85207" y="4712940"/>
            <a:ext cx="60214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Керівник: Олійник І.Ю.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085207" y="5122515"/>
            <a:ext cx="602143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ВСП «Золочівський фаховий коледж НУ Львівська політехніка»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014537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Навчальна практика спрямована на закріплення теоретичних знань з ООП та набуття практичних навичок проектування систем.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29670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Оволодіння методами ООП у Java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3348037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Формування навичок роботи з інструментами (Arch Linux, Nano, JDK)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39957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Розробка відмовостійких та асинхронних систем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43767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Виконання індивідуального проєкту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71500"/>
            <a:ext cx="377469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ВСТУП ТА МЕТА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670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480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957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767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 rotWithShape="1">
          <a:blip r:embed="rId6">
            <a:alphaModFix/>
          </a:blip>
          <a:srcRect b="4562" l="0" r="0" t="4562"/>
          <a:stretch/>
        </p:blipFill>
        <p:spPr>
          <a:xfrm>
            <a:off x="6286500" y="2412025"/>
            <a:ext cx="5175651" cy="336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86125"/>
            <a:ext cx="5334000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52825"/>
            <a:ext cx="5334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219075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Клас MusicTrack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609850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Умова: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Створити повністю інкапсульований клас (назва, виконавець, тривалість) з валідацією даних.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219075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Результат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286500" y="2609850"/>
            <a:ext cx="5334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Реалізовано методи доступу (геттери/сеттери), конструктори таtoString(). Програма блокує некоректне введення (від'ємний час).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3562350"/>
            <a:ext cx="5314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62000" y="571500"/>
            <a:ext cx="7772377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1: КЛАСИ ТА ОБ'ЄКТИ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1762"/>
            <a:ext cx="53340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71762"/>
            <a:ext cx="53340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9003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34242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Вкладені класи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843337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Реалізовано клас MusicTrack як вкладений статичний клас всередині Album. Це забезпечує логічне групування сутностей.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477000" y="34242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Масиви об'єктів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477000" y="3843337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Клас Album тепер містить масив треків. Реалізовано метод addTrack() з перевіркою на переповнення (Max Capacity).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62000" y="571500"/>
            <a:ext cx="699681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2-3: КОМПОЗИЦІЯ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33687"/>
            <a:ext cx="53340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833687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Ієрархія: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Media → MusicTrack та Album → MusicAlbum.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04875" y="325278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 super() у конструкторах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" y="363378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Перевизначення toString()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401478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Метод play() для імітації відтворення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39578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Обчислення загальної тривалості всього альбому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774315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4-5: УСПАДКУВАННЯ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527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337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47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9578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71762"/>
            <a:ext cx="533400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67137"/>
            <a:ext cx="53340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671762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InvalidTrackException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3090862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Створено власний перевіряємий виняток для жорсткої валідації бізнес-логіки.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7000" y="29003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477000" y="34242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Відмовостійкість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477000" y="3843337"/>
            <a:ext cx="4953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 блоків try-catch-finally гарантує, що програма не завершиться аварійно при некоректних діях користувача.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62000" y="571500"/>
            <a:ext cx="820571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6: ОБРОБКА ВИНЯТКІВ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24062"/>
            <a:ext cx="23050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286500" y="201453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MusicCollection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86500" y="2433637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Освоєно технологію Generics для створення універсальних структур даних.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619875" y="3119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Типізація на етапі компіляції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619875" y="3500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Робота як з MusicTrack, так і зі String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19875" y="3881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Повторне використання коду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62000" y="571500"/>
            <a:ext cx="717917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7: УЗАГАЛЬНЕННЯ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119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500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8143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1104900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71500" y="4471987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"Результат: Повнофункціональна консольна медіа-бібліотека."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2995612"/>
            <a:ext cx="112014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Інтеграція всіх концепцій ООП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762000" y="3414712"/>
            <a:ext cx="1066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Програма об'єднує повний ЖЦ об'єктів: динамічне створення, модифікацію через сетери, виклик методів ієрархії та обробку валідаційних винятків у єдиному керуючому циклі.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571500"/>
            <a:ext cx="592183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ПІДСУМКОВА ПРОГРАМА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571500" y="201453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Git-Status-Watcher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2433637"/>
            <a:ext cx="533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Системна утиліта для асинхронного моніторингу репозиторіїв Git.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2406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904875" y="3119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Java 21: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Віртуальні потоки (Virtual Threads)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04875" y="3500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Linux IPC: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Інтеграція з Rofi dmenu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904875" y="38814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ProcessBuilder: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Робота з Git CLI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62000" y="571500"/>
            <a:ext cx="6717714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ІНДИВІДУАЛЬНЕ ЗАВДАННЯ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19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04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143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45720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Практика дозволила сформувати цілісне розуміння розробки складного програмного забезпечення.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956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762000" y="34194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Закріплено навички проектування інкапсульованих, успадкованих та поліморфних систем.</a:t>
            </a:r>
            <a:endParaRPr/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28956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477000" y="3419475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Опановано асинхронну модель Java 21 та низькорівневу взаємодію з ОС Linux.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571500"/>
            <a:ext cx="521830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ЗАГАЛЬНІ ВИСНОВКИ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24062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6619875" y="21669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OC: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Arch Linux / Ubuntu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19875" y="25479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Editors: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Nano, Vim, Cursor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19875" y="29289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JDK 21, Git, Rofi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619875" y="3309937"/>
            <a:ext cx="5000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Hardware: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Lenovo ThinkPad T490s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762000" y="571500"/>
            <a:ext cx="562164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РОБОЧЕ СЕРЕДОВИЩЕ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1669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5479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29289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309937"/>
            <a:ext cx="2381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887884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3810714" y="2983259"/>
            <a:ext cx="457057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Дякую за увагу!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3919537" y="3859559"/>
            <a:ext cx="43529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Готовий до ваших запитань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3919537" y="4560540"/>
            <a:ext cx="4352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github.com/m-kabar</a:t>
            </a:r>
            <a:endParaRPr/>
          </a:p>
        </p:txBody>
      </p:sp>
      <p:pic>
        <p:nvPicPr>
          <p:cNvPr descr="image.png" id="253" name="Google Shape;2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0637" y="4598640"/>
            <a:ext cx="1809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>
            <a:off x="571500" y="19002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26717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4432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2148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2662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26622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433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4337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205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2052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976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571500" y="4976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3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20640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https://static.vecteezy.com/system/resources/previews/069/675/589/non_2x/3d-icon-java-file-programming-language-png.png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22849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74" name="Google Shape;2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4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283562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https://slidebazaar.com/wp-content/uploads/2025/06/Machine-Learning-Strategy-PowerPoint-Template-and-Google-Slides.jpg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305648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slidebazaar.com</a:t>
            </a:r>
            <a:endParaRPr/>
          </a:p>
        </p:txBody>
      </p:sp>
      <p:pic>
        <p:nvPicPr>
          <p:cNvPr descr="image.png" id="277" name="Google Shape;27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6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1666875" y="360714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https://images.stockcake.com/public/5/c/f/5cfdbbb8-665c-45ed-9f93-2c4fa7a68966_large/focused-code-developer-stockcake.jpg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1666875" y="382800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57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666875" y="437867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https://nvie.com/img/git-model@2x.png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666875" y="459953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nvie.com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29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666875" y="515019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https://www.tecmint.com/wp-content/uploads/2018/10/Nano-Editor-Shortcut-Keys.png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666875" y="537105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www.tecmint.com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762000" y="571500"/>
            <a:ext cx="3770471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571500"/>
            <a:ext cx="47625" cy="5048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